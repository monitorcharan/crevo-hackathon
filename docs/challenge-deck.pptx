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4c79c3be4473e" /><Relationship Type="http://schemas.openxmlformats.org/officeDocument/2006/relationships/extended-properties" Target="/docProps/app.xml" Id="R20273f0bb04748cc" /><Relationship Type="http://schemas.openxmlformats.org/officeDocument/2006/relationships/officeDocument" Target="/ppt/presentation.xml" Id="Ra95b26fc132b4f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287482ff2439b"/>
  </p:sldMasterIdLst>
  <p:notesMasterIdLst>
    <p:notesMasterId xmlns:r="http://schemas.openxmlformats.org/officeDocument/2006/relationships" r:id="R670787ccea1241cb"/>
  </p:notesMasterIdLst>
  <p:sldIdLst>
    <p:sldId xmlns:r="http://schemas.openxmlformats.org/officeDocument/2006/relationships" id="256" r:id="R9d300695d4e94cae"/>
    <p:sldId xmlns:r="http://schemas.openxmlformats.org/officeDocument/2006/relationships" id="257" r:id="Rb6b1632d5c4846b0"/>
    <p:sldId xmlns:r="http://schemas.openxmlformats.org/officeDocument/2006/relationships" id="258" r:id="Re95856c650194432"/>
    <p:sldId xmlns:r="http://schemas.openxmlformats.org/officeDocument/2006/relationships" id="259" r:id="R58cde631272f41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73b78725c4d1b" /><Relationship Type="http://schemas.openxmlformats.org/officeDocument/2006/relationships/slideMaster" Target="/ppt/slideMasters/slideMaster1.xml" Id="Rfc1287482ff2439b" /><Relationship Type="http://schemas.openxmlformats.org/officeDocument/2006/relationships/notesMaster" Target="/ppt/notesMasters/notesMaster1.xml" Id="R670787ccea1241cb" /><Relationship Type="http://schemas.openxmlformats.org/officeDocument/2006/relationships/presProps" Target="/ppt/presProps.xml" Id="Reb31546964834639" /><Relationship Type="http://schemas.openxmlformats.org/officeDocument/2006/relationships/tableStyles" Target="/ppt/tableStyles.xml" Id="R928eed5a1174461a" /><Relationship Type="http://schemas.openxmlformats.org/officeDocument/2006/relationships/slide" Target="/ppt/slides/slide1.xml" Id="R9d300695d4e94cae" /><Relationship Type="http://schemas.openxmlformats.org/officeDocument/2006/relationships/slide" Target="/ppt/slides/slide2.xml" Id="Rb6b1632d5c4846b0" /><Relationship Type="http://schemas.openxmlformats.org/officeDocument/2006/relationships/slide" Target="/ppt/slides/slide3.xml" Id="Re95856c650194432" /><Relationship Type="http://schemas.openxmlformats.org/officeDocument/2006/relationships/slide" Target="/ppt/slides/slide4.xml" Id="R58cde631272f41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e82ac3300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8a13d04f3439c" /><Relationship Type="http://schemas.openxmlformats.org/officeDocument/2006/relationships/notesMaster" Target="/ppt/notesMasters/notesMaster1.xml" Id="R6fe6af2a26ad4a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dc3eb7d15475e" /><Relationship Type="http://schemas.openxmlformats.org/officeDocument/2006/relationships/notesMaster" Target="/ppt/notesMasters/notesMaster1.xml" Id="R5c8d497414c746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26c4fd3994c22" /><Relationship Type="http://schemas.openxmlformats.org/officeDocument/2006/relationships/notesMaster" Target="/ppt/notesMasters/notesMaster1.xml" Id="R603f769fe113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c2530c92740ab" /><Relationship Type="http://schemas.openxmlformats.org/officeDocument/2006/relationships/notesMaster" Target="/ppt/notesMasters/notesMaster1.xml" Id="R4fa8936eed5c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0c798387949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70b203f724d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aa0a0630a43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8cbd703824a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3eeeeb0df45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dbb5ba77c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8B7684-460B-4C91-9490-C1995A500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915F01-ECAD-489D-9A38-00ECA0F31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8682A9-B777-46D1-8DC4-651E87ABC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DA18A6-4129-425D-B7DA-33F000651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1C808A-B08A-4C12-B6E7-A4B9EEE0E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716858-F296-4F6F-8B2B-E5114F9E3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231581-485C-4A4E-B084-BACB316A2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957D7A-61F2-45F0-A2A4-995FB73AF5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16B8B-DDD4-4620-BBDE-39F2E239D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B69013-BEFB-4C80-9C10-1B1B51FBFC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e9289e5e74239" /><Relationship Type="http://schemas.openxmlformats.org/officeDocument/2006/relationships/slideLayout" Target="/ppt/slideLayouts/slideLayout1.xml" Id="Ra7f63fbed2494780" /><Relationship Type="http://schemas.openxmlformats.org/officeDocument/2006/relationships/slideLayout" Target="/ppt/slideLayouts/slideLayout2.xml" Id="R5958d645c1b2433a" /><Relationship Type="http://schemas.openxmlformats.org/officeDocument/2006/relationships/slideLayout" Target="/ppt/slideLayouts/slideLayout3.xml" Id="R4a6bb9ab4d674575" /><Relationship Type="http://schemas.openxmlformats.org/officeDocument/2006/relationships/slideLayout" Target="/ppt/slideLayouts/slideLayout4.xml" Id="R45521c02220e49e8" /><Relationship Type="http://schemas.openxmlformats.org/officeDocument/2006/relationships/slideLayout" Target="/ppt/slideLayouts/slideLayout5.xml" Id="R9964950b4de746dd" /><Relationship Type="http://schemas.openxmlformats.org/officeDocument/2006/relationships/slideLayout" Target="/ppt/slideLayouts/slideLayout6.xml" Id="R14f47a4658c4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63fbed2494780"/>
    <p:sldLayoutId xmlns:r="http://schemas.openxmlformats.org/officeDocument/2006/relationships" id="2147483650" r:id="R5958d645c1b2433a"/>
    <p:sldLayoutId xmlns:r="http://schemas.openxmlformats.org/officeDocument/2006/relationships" id="2147483651" r:id="R4a6bb9ab4d674575"/>
    <p:sldLayoutId xmlns:r="http://schemas.openxmlformats.org/officeDocument/2006/relationships" id="2147483652" r:id="R45521c02220e49e8"/>
    <p:sldLayoutId xmlns:r="http://schemas.openxmlformats.org/officeDocument/2006/relationships" id="2147483653" r:id="R9964950b4de746dd"/>
    <p:sldLayoutId xmlns:r="http://schemas.openxmlformats.org/officeDocument/2006/relationships" id="2147483654" r:id="R14f47a4658c4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e26a385614420" /><Relationship Type="http://schemas.openxmlformats.org/officeDocument/2006/relationships/notesSlide" Target="/ppt/notesSlides/notesSlide1.xml" Id="Re951109375dd4c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b3dab0aa34b7f" /><Relationship Type="http://schemas.openxmlformats.org/officeDocument/2006/relationships/image" Target="/ppt/media/image.png" Id="R8bed08d8448f40cd" /><Relationship Type="http://schemas.openxmlformats.org/officeDocument/2006/relationships/notesSlide" Target="/ppt/notesSlides/notesSlide2.xml" Id="R6d32486e64be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bec50f2d34007" /><Relationship Type="http://schemas.openxmlformats.org/officeDocument/2006/relationships/image" Target="/ppt/media/image2.png" Id="Rf3fbe0573d8941d5" /><Relationship Type="http://schemas.openxmlformats.org/officeDocument/2006/relationships/notesSlide" Target="/ppt/notesSlides/notesSlide3.xml" Id="R6a211bf75525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7b8e01da547c8" /><Relationship Type="http://schemas.openxmlformats.org/officeDocument/2006/relationships/image" Target="/ppt/media/image3.png" Id="R7464d14f195d44dd" /><Relationship Type="http://schemas.openxmlformats.org/officeDocument/2006/relationships/notesSlide" Target="/ppt/notesSlides/notesSlide4.xml" Id="R14e76174fd87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57163-2EB3-4ABD-B8A5-686FDA5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0" b="1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9000" b="1">
                <a:solidFill>
                  <a:srgbClr val="D5FB55"/>
                </a:solidFill>
              </a:defRPr>
            </a:pPr>
            <a:r>
              <a:rPr sz="9000" b="1">
                <a:solidFill>
                  <a:srgbClr val="D5FB55"/>
                </a:solidFill>
              </a:rPr>
              <a:t>CREVO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94F15-CDF3-474D-A24A-98F5DCA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3F0E9"/>
                </a:solidFill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3F0E9"/>
                </a:solidFill>
              </a:defRPr>
            </a:pPr>
            <a:r>
              <a:rPr sz="3525" b="1">
                <a:solidFill>
                  <a:srgbClr val="F3F0E9"/>
                </a:solidFill>
              </a:rPr>
              <a:t>AI creator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DC350-5D58-419C-9250-F557331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5C5C5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C5C5C5"/>
                </a:solidFill>
              </a:defRPr>
            </a:pPr>
            <a:r>
              <a:rPr sz="2025" b="0">
                <a:solidFill>
                  <a:srgbClr val="C5C5C5"/>
                </a:solidFill>
              </a:rPr>
              <a:t>Discover creators. Build clearer briefs. Collaborate through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DD9FB-33BD-4C9B-80ED-60DCDDB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FB55"/>
                </a:solidFill>
              </a:defRPr>
            </a:pPr>
            <a:r>
              <a:rPr sz="1275" b="0">
                <a:solidFill>
                  <a:srgbClr val="D5FB55"/>
                </a:solidFill>
              </a:rPr>
              <a:t>Working prototype  •  React + FastAPI + Supabase + Gemini</a:t>
            </a:r>
          </a:p>
        </p:txBody>
      </p:sp>
    </p:spTree>
    <p:extLst>
      <p:ext uri="{BB962C8B-B14F-4D97-AF65-F5344CB8AC3E}">
        <p14:creationId xmlns:p14="http://schemas.microsoft.com/office/powerpoint/2010/main" val="1303780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D89A5-A187-44A6-8B3F-34BA6EF2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5FB55"/>
                </a:solidFill>
              </a:defRPr>
            </a:pPr>
            <a:r>
              <a:rPr sz="1125" b="1">
                <a:solidFill>
                  <a:srgbClr val="D5FB55"/>
                </a:solidFill>
              </a:rPr>
              <a:t>CREVO  / 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52470-0D8C-4FC6-90C8-D814CF1A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3F0E9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3F0E9"/>
                </a:solidFill>
              </a:defRPr>
            </a:pPr>
            <a:r>
              <a:rPr sz="3825" b="1">
                <a:solidFill>
                  <a:srgbClr val="F3F0E9"/>
                </a:solidFill>
              </a:rPr>
              <a:t>Find creators by the work they make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3E2F5-6E9B-4C2B-8CB3-E8640E70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5C5C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5C5C5"/>
                </a:solidFill>
              </a:defRPr>
            </a:pPr>
            <a:r>
              <a:rPr sz="1875" b="0">
                <a:solidFill>
                  <a:srgbClr val="C5C5C5"/>
                </a:solidFill>
              </a:rPr>
              <a:t>Search by skill, specialization, platform, AI tool, or content type. Empty results can be cleared in one click.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7012C-25A3-4812-8FFB-4A3EB4946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d08d8448f40cd"/>
          <a:stretch xmlns:a="http://schemas.openxmlformats.org/drawingml/2006/main"/>
        </p:blipFill>
        <p:spPr>
          <a:xfrm xmlns:a="http://schemas.openxmlformats.org/drawingml/2006/main">
            <a:off x="4838700" y="123825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E9A06-D276-4042-8F64-32CA98C2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5FB55"/>
                </a:solidFill>
              </a:defRPr>
            </a:pPr>
            <a:r>
              <a:rPr sz="1200" b="0">
                <a:solidFill>
                  <a:srgbClr val="D5FB55"/>
                </a:solidFill>
              </a:rPr>
              <a:t>crevo-hackathon.onrender.com</a:t>
            </a:r>
          </a:p>
        </p:txBody>
      </p:sp>
    </p:spTree>
    <p:extLst>
      <p:ext uri="{BB962C8B-B14F-4D97-AF65-F5344CB8AC3E}">
        <p14:creationId xmlns:p14="http://schemas.microsoft.com/office/powerpoint/2010/main" val="712749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8E10D-6981-4E7B-A100-B31F0D09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5FB55"/>
                </a:solidFill>
              </a:defRPr>
            </a:pPr>
            <a:r>
              <a:rPr sz="1125" b="1">
                <a:solidFill>
                  <a:srgbClr val="D5FB55"/>
                </a:solidFill>
              </a:rPr>
              <a:t>CREVO  / 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1031F-15AD-4939-8699-8EA4D67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3F0E9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3F0E9"/>
                </a:solidFill>
              </a:defRPr>
            </a:pPr>
            <a:r>
              <a:rPr sz="3825" b="1">
                <a:solidFill>
                  <a:srgbClr val="F3F0E9"/>
                </a:solidFill>
              </a:rPr>
              <a:t>Inspect the work and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94F1B-9CD6-459A-82CF-4DAC43D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5C5C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5C5C5"/>
                </a:solidFill>
              </a:defRPr>
            </a:pPr>
            <a:r>
              <a:rPr sz="1875" b="0">
                <a:solidFill>
                  <a:srgbClr val="C5C5C5"/>
                </a:solidFill>
              </a:rPr>
              <a:t>Each item shows media, tools, process, format, and commercial-use terms. The public sample is explicitly labeled as illustrative.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2B9F0-576D-4E7B-A1B7-720B6F51F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be0573d8941d5"/>
          <a:stretch xmlns:a="http://schemas.openxmlformats.org/drawingml/2006/main"/>
        </p:blipFill>
        <p:spPr>
          <a:xfrm xmlns:a="http://schemas.openxmlformats.org/drawingml/2006/main">
            <a:off x="4838700" y="1000125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F813A-9FE2-4080-B4D6-65DD903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5FB55"/>
                </a:solidFill>
              </a:defRPr>
            </a:pPr>
            <a:r>
              <a:rPr sz="1200" b="0">
                <a:solidFill>
                  <a:srgbClr val="D5FB55"/>
                </a:solidFill>
              </a:rPr>
              <a:t>crevo-hackathon.onrender.com</a:t>
            </a:r>
          </a:p>
        </p:txBody>
      </p:sp>
    </p:spTree>
    <p:extLst>
      <p:ext uri="{BB962C8B-B14F-4D97-AF65-F5344CB8AC3E}">
        <p14:creationId xmlns:p14="http://schemas.microsoft.com/office/powerpoint/2010/main" val="528170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FE814-57F1-4E9B-88CB-8D1CE556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5FB55"/>
                </a:solidFill>
              </a:defRPr>
            </a:pPr>
            <a:r>
              <a:rPr sz="1125" b="1">
                <a:solidFill>
                  <a:srgbClr val="D5FB55"/>
                </a:solidFill>
              </a:rPr>
              <a:t>CREVO  /  BRIEFS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2BB2-031D-4C75-A38C-12B39142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3F0E9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3F0E9"/>
                </a:solidFill>
              </a:defRPr>
            </a:pPr>
            <a:r>
              <a:rPr sz="3825" b="1">
                <a:solidFill>
                  <a:srgbClr val="F3F0E9"/>
                </a:solidFill>
              </a:rPr>
              <a:t>Turn an idea into editable fields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2AD6E-709E-4170-A559-9C67501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5C5C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5C5C5"/>
                </a:solidFill>
              </a:defRPr>
            </a:pPr>
            <a:r>
              <a:rPr sz="1875" b="0">
                <a:solidFill>
                  <a:srgbClr val="C5C5C5"/>
                </a:solidFill>
              </a:rPr>
              <a:t>Gemini suggests title, category, content type, style, format, and usage terms only when the idea supplies them. Brands review the brief before publishing.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3F06F-4AE5-469C-BE66-9B315AA4A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4d14f195d44dd"/>
          <a:stretch xmlns:a="http://schemas.openxmlformats.org/drawingml/2006/main"/>
        </p:blipFill>
        <p:spPr>
          <a:xfrm xmlns:a="http://schemas.openxmlformats.org/drawingml/2006/main">
            <a:off x="4838700" y="123825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92E59-8B4C-442C-86F5-3257271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5FB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5FB55"/>
                </a:solidFill>
              </a:defRPr>
            </a:pPr>
            <a:r>
              <a:rPr sz="1200" b="0">
                <a:solidFill>
                  <a:srgbClr val="D5FB55"/>
                </a:solidFill>
              </a:rPr>
              <a:t>crevo-hackathon.onrender.com</a:t>
            </a:r>
          </a:p>
        </p:txBody>
      </p:sp>
    </p:spTree>
    <p:extLst>
      <p:ext uri="{BB962C8B-B14F-4D97-AF65-F5344CB8AC3E}">
        <p14:creationId xmlns:p14="http://schemas.microsoft.com/office/powerpoint/2010/main" val="1025761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2026-10-09T14:51:58.6610000Z</dcterms:created>
  <dcterms:modified xsi:type="dcterms:W3CDTF">2026-10-09T14:51:58.6610000Z</dcterms:modified>
</coreProperties>
</file>